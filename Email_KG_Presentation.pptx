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Knowledge Graph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347472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Enterprise Intelligence from Unstructured Emails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1143000" cy="411480"/>
          </a:xfrm>
          <a:prstGeom prst="rect">
            <a:avLst/>
          </a:prstGeom>
          <a:solidFill>
            <a:srgbClr val="164E6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404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83080" y="3840480"/>
            <a:ext cx="1143000" cy="411480"/>
          </a:xfrm>
          <a:prstGeom prst="rect">
            <a:avLst/>
          </a:prstGeom>
          <a:solidFill>
            <a:srgbClr val="164E6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38404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3840480"/>
            <a:ext cx="1143000" cy="411480"/>
          </a:xfrm>
          <a:prstGeom prst="rect">
            <a:avLst/>
          </a:prstGeom>
          <a:solidFill>
            <a:srgbClr val="164E6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38404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3840480"/>
            <a:ext cx="1143000" cy="411480"/>
          </a:xfrm>
          <a:prstGeom prst="rect">
            <a:avLst/>
          </a:prstGeom>
          <a:solidFill>
            <a:srgbClr val="164E6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38404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Email KG?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265176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41732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of Entities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· Actions · Releases · Blockers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6517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41732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⟷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37560" y="21762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Relationships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7560" y="274320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· BLOCKS · PART_OF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123444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234440"/>
            <a:ext cx="265176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141732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✉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17920" y="21762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Emails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17920" y="274320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email threads transformed into structured intelligence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(Schema)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840480" cy="3200400"/>
          </a:xfrm>
          <a:prstGeom prst="rect">
            <a:avLst/>
          </a:prstGeom>
          <a:solidFill>
            <a:srgbClr val="0F253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38404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600200" cy="502920"/>
          </a:xfrm>
          <a:prstGeom prst="rect">
            <a:avLst/>
          </a:prstGeom>
          <a:solidFill>
            <a:srgbClr val="164E63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0" y="1828800"/>
            <a:ext cx="1600200" cy="502920"/>
          </a:xfrm>
          <a:prstGeom prst="rect">
            <a:avLst/>
          </a:prstGeom>
          <a:solidFill>
            <a:srgbClr val="164E63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828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87168"/>
            <a:ext cx="1600200" cy="502920"/>
          </a:xfrm>
          <a:prstGeom prst="rect">
            <a:avLst/>
          </a:prstGeom>
          <a:solidFill>
            <a:srgbClr val="164E63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871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77440" y="2487168"/>
            <a:ext cx="1600200" cy="502920"/>
          </a:xfrm>
          <a:prstGeom prst="rect">
            <a:avLst/>
          </a:prstGeom>
          <a:solidFill>
            <a:srgbClr val="164E63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24871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45536"/>
            <a:ext cx="1600200" cy="502920"/>
          </a:xfrm>
          <a:prstGeom prst="rect">
            <a:avLst/>
          </a:prstGeom>
          <a:solidFill>
            <a:srgbClr val="164E63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455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77440" y="3145536"/>
            <a:ext cx="1600200" cy="502920"/>
          </a:xfrm>
          <a:prstGeom prst="rect">
            <a:avLst/>
          </a:prstGeom>
          <a:solidFill>
            <a:srgbClr val="164E63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31455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03904"/>
            <a:ext cx="1600200" cy="502920"/>
          </a:xfrm>
          <a:prstGeom prst="rect">
            <a:avLst/>
          </a:prstGeom>
          <a:solidFill>
            <a:srgbClr val="164E63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039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1234440"/>
            <a:ext cx="3840480" cy="3200400"/>
          </a:xfrm>
          <a:prstGeom prst="rect">
            <a:avLst/>
          </a:prstGeom>
          <a:solidFill>
            <a:srgbClr val="0F253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1234440"/>
            <a:ext cx="38404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20640" y="1874520"/>
            <a:ext cx="3474720" cy="457200"/>
          </a:xfrm>
          <a:prstGeom prst="rect">
            <a:avLst/>
          </a:prstGeom>
          <a:solidFill>
            <a:srgbClr val="1A2A0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ASSIGNED_TO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20640" y="2468880"/>
            <a:ext cx="3474720" cy="457200"/>
          </a:xfrm>
          <a:prstGeom prst="rect">
            <a:avLst/>
          </a:prstGeom>
          <a:solidFill>
            <a:srgbClr val="1A2A0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BLOCKED_BY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120640" y="3063240"/>
            <a:ext cx="3474720" cy="457200"/>
          </a:xfrm>
          <a:prstGeom prst="rect">
            <a:avLst/>
          </a:prstGeom>
          <a:solidFill>
            <a:srgbClr val="1A2A0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063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HAS_STATUS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120640" y="3657600"/>
            <a:ext cx="3474720" cy="457200"/>
          </a:xfrm>
          <a:prstGeom prst="rect">
            <a:avLst/>
          </a:prstGeom>
          <a:solidFill>
            <a:srgbClr val="1A2A0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PART_OF_RELEASE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consistency and governance across the graph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Triplet Extraction  (LLM + Schema)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46888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Ananya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1810512"/>
            <a:ext cx="32004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6642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46888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188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46120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OWNS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15000" y="1810512"/>
            <a:ext cx="32004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6642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46888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188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ACT-AR-105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80360"/>
            <a:ext cx="109728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9443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Schema Constraints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341071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extraction stays within defined entity &amp; relation types, ensuring valid triplets only.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88036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880360"/>
            <a:ext cx="109728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9443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Graph Creation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47488" y="341071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extracted triplet is validated before being added — ensuring accuracy and consistency.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Emails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600200"/>
          </a:xfrm>
          <a:prstGeom prst="rect">
            <a:avLst/>
          </a:prstGeom>
          <a:solidFill>
            <a:srgbClr val="0F253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109728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4356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920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Auto-Retraining Workflows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3931920" cy="1600200"/>
          </a:xfrm>
          <a:prstGeom prst="rect">
            <a:avLst/>
          </a:prstGeom>
          <a:solidFill>
            <a:srgbClr val="0F253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34440"/>
            <a:ext cx="109728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169164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60720" y="14356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60720" y="1920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System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3931920" cy="1600200"/>
          </a:xfrm>
          <a:prstGeom prst="rect">
            <a:avLst/>
          </a:prstGeom>
          <a:solidFill>
            <a:srgbClr val="0F253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109728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56616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3310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Emails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3794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Security · Training · Townhall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3108960"/>
            <a:ext cx="3931920" cy="1600200"/>
          </a:xfrm>
          <a:prstGeom prst="rect">
            <a:avLst/>
          </a:prstGeom>
          <a:solidFill>
            <a:srgbClr val="0F2537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3108960"/>
            <a:ext cx="109728" cy="16002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3566160"/>
            <a:ext cx="594360" cy="5943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60720" y="3310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60720" y="3794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· Blockers · Releases · Commits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Questions KG Enables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1887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Ownership &amp; Status Tracking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56816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56816"/>
            <a:ext cx="109728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04825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1956816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Cross-Product Workload Distribution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724912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24912"/>
            <a:ext cx="109728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16352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2724912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Timelines &amp; Milestones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493008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493008"/>
            <a:ext cx="109728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584448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49300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Impact Analysis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261104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261104"/>
            <a:ext cx="109728" cy="6400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352544"/>
            <a:ext cx="457200" cy="4572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4261104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&amp; PR Traceability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is NOT Sufficient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55448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3990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Isolated Chunks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929384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retrieves document snippets in isolation — no awareness of how entities relate across threads.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3931920" cy="155448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34440"/>
            <a:ext cx="393192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3990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Link Actions, Blockers, Releases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65192" y="1929384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Cross-entity relationships are lost. You can't trace who owns what or what blocks a release.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3931920" cy="155448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63240"/>
            <a:ext cx="393192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2278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Traceability &amp; Reasoning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3758184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lack provenance — hard to audit or explain why a conclusion was drawn.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3063240"/>
            <a:ext cx="3931920" cy="155448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063240"/>
            <a:ext cx="393192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32278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Reliance on LLM Inference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65192" y="3758184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structured context, the LLM must hallucinate connections that should be explicit.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Advantage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90472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90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98448" y="143560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Reasoning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203911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edges let the system traverse paths: Person → owns → Action → blocked_by → Blocker → part_of → Release.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34440"/>
            <a:ext cx="39319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65192" y="1490472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1490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41848" y="143560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Traceability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65192" y="203911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traces back: node → edge → source email, giving full provenance and auditability.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39319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3273552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273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98448" y="321868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with Less Hallucination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" y="382219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facts ground the LLM, reducing fabricated connections dramatically.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30175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3017520"/>
            <a:ext cx="393192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65192" y="3273552"/>
            <a:ext cx="548640" cy="5486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3273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41848" y="321868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Proactive Insights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65192" y="382219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graph data enables dashboards, alerts, and trend analysis across the entire org.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Impact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Amex Context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731520"/>
          </a:xfrm>
          <a:prstGeom prst="rect">
            <a:avLst/>
          </a:prstGeom>
          <a:solidFill>
            <a:srgbClr val="0F253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109728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721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Root Cause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81965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trace issues across emails, blockers, and code commits.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0" y="1572768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95144"/>
            <a:ext cx="8229600" cy="731520"/>
          </a:xfrm>
          <a:prstGeom prst="rect">
            <a:avLst/>
          </a:prstGeom>
          <a:solidFill>
            <a:srgbClr val="0F253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95144"/>
            <a:ext cx="109728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50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Operational Visibility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697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graph of who owns what and what's at risk — across all products.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450592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172968"/>
            <a:ext cx="8229600" cy="731520"/>
          </a:xfrm>
          <a:prstGeom prst="rect">
            <a:avLst/>
          </a:prstGeom>
          <a:solidFill>
            <a:srgbClr val="0F253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72968"/>
            <a:ext cx="109728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227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Issue Detection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357530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blockers before they cascade; surface patterns as they emerge.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3328416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050792"/>
            <a:ext cx="8229600" cy="731520"/>
          </a:xfrm>
          <a:prstGeom prst="rect">
            <a:avLst/>
          </a:prstGeom>
          <a:solidFill>
            <a:srgbClr val="0F2537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050792"/>
            <a:ext cx="109728" cy="7315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1056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 Intelligence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44531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 connecting HR, Security, Engineering, and Product intelligence.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38160" y="4206240"/>
            <a:ext cx="411480" cy="4114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Knowledge Graph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1664208"/>
            <a:ext cx="7863840" cy="438912"/>
          </a:xfrm>
          <a:prstGeom prst="rect">
            <a:avLst/>
          </a:prstGeom>
          <a:solidFill>
            <a:srgbClr val="164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64208"/>
            <a:ext cx="7863840" cy="438912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Transforms emails into structured, queryable intelligence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7863840" cy="438912"/>
          </a:xfrm>
          <a:prstGeom prst="rect">
            <a:avLst/>
          </a:prstGeom>
          <a:solidFill>
            <a:srgbClr val="164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12848"/>
            <a:ext cx="7863840" cy="438912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Extracts entities, actions, blockers, releases, relationships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761488"/>
            <a:ext cx="7863840" cy="438912"/>
          </a:xfrm>
          <a:prstGeom prst="rect">
            <a:avLst/>
          </a:prstGeom>
          <a:solidFill>
            <a:srgbClr val="164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61488"/>
            <a:ext cx="7863840" cy="438912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Enables multi-hop reasoning across conversations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next layer of enterprise intelligence at American Express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KG  ·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Knowledge Graph</dc:title>
  <dc:subject>PptxGenJS Presentation</dc:subject>
  <dc:creator>PptxGenJS</dc:creator>
  <cp:lastModifiedBy>PptxGenJS</cp:lastModifiedBy>
  <cp:revision>1</cp:revision>
  <dcterms:created xsi:type="dcterms:W3CDTF">2026-03-24T19:27:06Z</dcterms:created>
  <dcterms:modified xsi:type="dcterms:W3CDTF">2026-03-24T19:27:06Z</dcterms:modified>
</cp:coreProperties>
</file>